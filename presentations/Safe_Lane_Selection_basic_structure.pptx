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D7DA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Lane Selection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202A"/>
                </a:solidFill>
              </a:rPr>
              <a:t>Safe Lane Selection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4813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6273"/>
                </a:solidFill>
              </a:rPr>
              <a:t>Camera-based lane perception, obstacle assignment, and explainable control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" y="1901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64AA"/>
                </a:solidFill>
              </a:rPr>
              <a:t>Samuele Moranzoni · Ferdinando Giordano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26060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752344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A"/>
                </a:solidFill>
              </a:rPr>
              <a:t>Aim: identify the ego-lane, estimate orientation, detect obstacles through camera perception, and test a safe path using a simple geometric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23444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B9C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3108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B8494"/>
                </a:solidFill>
              </a:rPr>
              <a:t>Insert final top-down / lane-debug screenshot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58064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273"/>
                </a:solidFill>
              </a:rPr>
              <a:t>8 min presentation structure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4AA"/>
                </a:solidFill>
              </a:rPr>
              <a:t>MOTIVATION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2A"/>
                </a:solidFill>
              </a:rPr>
              <a:t>Why We Simplified 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018520" cy="0"/>
          </a:xfrm>
          <a:prstGeom prst="line">
            <a:avLst/>
          </a:prstGeom>
          <a:noFill/>
          <a:ln w="12700">
            <a:solidFill>
              <a:srgbClr val="D7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48640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600" dirty="0">
                <a:solidFill>
                  <a:srgbClr val="18202A"/>
                </a:solidFill>
              </a:rPr>
              <a:t>Previous version mixed many concerns: multi-lane logic, world-pose control, ToF stop, markers, obstacle logic, and several control states.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Main issue: perception and control were hard to debug and hard to explain mathematically.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Improvement: isolate the core perception problem in a clean 2-lane road with 3 stable lane boundaries.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Result: stable line detection, explainable geometry, and measurable debug quantities.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548640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EAF7E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632704"/>
            <a:ext cx="484632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A"/>
                </a:solidFill>
              </a:rPr>
              <a:t>Key message: simplifying the scene was not removing the problem; it made the geometry observable and testable.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1508760"/>
            <a:ext cx="46634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B9C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5890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B8494"/>
                </a:solidFill>
              </a:rPr>
              <a:t>Insert before/after setup image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4AA"/>
                </a:solidFill>
              </a:rPr>
              <a:t>PERCEPTION CORE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2A"/>
                </a:solidFill>
              </a:rPr>
              <a:t>Line Geometry From The Camera Image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018520" cy="0"/>
          </a:xfrm>
          <a:prstGeom prst="line">
            <a:avLst/>
          </a:prstGeom>
          <a:noFill/>
          <a:ln w="12700">
            <a:solidFill>
              <a:srgbClr val="D7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600" dirty="0">
                <a:solidFill>
                  <a:srgbClr val="18202A"/>
                </a:solidFill>
              </a:rPr>
              <a:t>The RoboMaster front camera observes white lane boundaries on a black road.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Lane pixels are segmented, edges are extracted, and Hough transform returns line segments.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Each Hough segment gives two image points, which define one line model.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We represent lane lines as x = m*y + b because they are almost vertical in the image.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56362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64AA"/>
                </a:solidFill>
              </a:rPr>
              <a:t>Line model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56832" y="1892808"/>
            <a:ext cx="443484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Given two points: (x_a, y_a), (x_b, y_b)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 = (x_b - x_a) / (y_b - y_a)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x_a - m*y_a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L(y) = m*y + 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370332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B9C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45948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B8494"/>
                </a:solidFill>
              </a:rPr>
              <a:t>Insert lane-debug image with Hough lines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516636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5312664"/>
            <a:ext cx="493776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A"/>
                </a:solidFill>
              </a:rPr>
              <a:t>Important: the lookahead intersections x1, x2, x3 do not define the lines; they are computed after the line equations are known.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4AA"/>
                </a:solidFill>
              </a:rPr>
              <a:t>PROJECTIVE GEOMETRY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2A"/>
                </a:solidFill>
              </a:rPr>
              <a:t>Vanishing Point And Orientation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018520" cy="0"/>
          </a:xfrm>
          <a:prstGeom prst="line">
            <a:avLst/>
          </a:prstGeom>
          <a:noFill/>
          <a:ln w="12700">
            <a:solidFill>
              <a:srgbClr val="D7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257800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600" dirty="0">
                <a:solidFill>
                  <a:srgbClr val="18202A"/>
                </a:solidFill>
              </a:rPr>
              <a:t>Parallel road boundaries converge in the image due to perspective projection.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The intersection of lane boundary lines estimates the vanishing point.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If the vanishing point lies on the image center, the robot is aligned with the road direction.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A horizontal shift of the vanishing point indicates heading/orientation error.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4892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563624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64AA"/>
                </a:solidFill>
              </a:rPr>
              <a:t>Vanishing point error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56832" y="1892808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VP = intersection(L_i, L_j)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heading_error_px = VP_x - c_x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heading_error_norm = (VP_x - c_x) / width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3383280"/>
            <a:ext cx="4892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529584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64AA"/>
                </a:solidFill>
              </a:rPr>
              <a:t>Angle approximation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56832" y="3858768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f_x = width / (2*tan(FOV_x/2))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theta = atan((VP_x - c_x) / f_x)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with width=640, FOV_x=90 deg: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f_x = 320 px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51663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312664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A"/>
                </a:solidFill>
              </a:rPr>
              <a:t>The angle is used for interpretation/debug; the controller can still use the normalized error for robustness.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4AA"/>
                </a:solidFill>
              </a:rPr>
              <a:t>LANE SELECTION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2A"/>
                </a:solidFill>
              </a:rPr>
              <a:t>Ego-Lane Identification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018520" cy="0"/>
          </a:xfrm>
          <a:prstGeom prst="line">
            <a:avLst/>
          </a:prstGeom>
          <a:noFill/>
          <a:ln w="12700">
            <a:solidFill>
              <a:srgbClr val="D7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257800" cy="2880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600" dirty="0">
                <a:solidFill>
                  <a:srgbClr val="18202A"/>
                </a:solidFill>
              </a:rPr>
              <a:t>A fixed lookahead row is selected near the lower part of the image.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The three lane boundaries are evaluated at that row.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The image center tells which visible lane currently contains the robot.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The lane center gives the lateral error used by the controller.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325880"/>
            <a:ext cx="4892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472184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64AA"/>
                </a:solidFill>
              </a:rPr>
              <a:t>Lane intervals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56832" y="1801368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x1 = L1(lookahead_y)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x2 = L2(lookahead_y)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x3 = L3(lookahead_y)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left_lane  = [x1, x2]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right_lane = [x2, x3]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3566160"/>
            <a:ext cx="4892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712464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64AA"/>
                </a:solidFill>
              </a:rPr>
              <a:t>Lane center error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56832" y="4041648"/>
            <a:ext cx="4389120" cy="1325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left_center  = (x1 + x2) /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right_center = (x2 + x3) /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lateral_error = selected_center - c_x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lateral_error_norm = lateral_error / width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75488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9C0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1435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B8494"/>
                </a:solidFill>
              </a:rPr>
              <a:t>Insert screenshot with x1, x2, x3 and lane centers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4AA"/>
                </a:solidFill>
              </a:rPr>
              <a:t>COLOR PERCEPTION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2A"/>
                </a:solidFill>
              </a:rPr>
              <a:t>Obstacle Detection And Lane Assignment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018520" cy="0"/>
          </a:xfrm>
          <a:prstGeom prst="line">
            <a:avLst/>
          </a:prstGeom>
          <a:noFill/>
          <a:ln w="12700">
            <a:solidFill>
              <a:srgbClr val="D7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600" dirty="0">
                <a:solidFill>
                  <a:srgbClr val="18202A"/>
                </a:solidFill>
              </a:rPr>
              <a:t>Red and green obstacle vehicles are segmented in HSV color space.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Contours provide a bounding box around the strongest colored blob.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The obstacle is represented by the bottom-center point of the box.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Lane assignment uses the lane boundary equations at the obstacle bottom_y.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32588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472184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64AA"/>
                </a:solidFill>
              </a:rPr>
              <a:t>Obstacle point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56832" y="180136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bbox = (x, y, w, h)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obstacle_x = x + w/2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obstacle_y = y + 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2880360"/>
            <a:ext cx="48920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026664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64AA"/>
                </a:solidFill>
              </a:rPr>
              <a:t>Lane assignment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56832" y="3355848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x1 = L1(obstacle_y)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x2 = L2(obstacle_y)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x3 = L3(obstacle_y)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x1 &lt;= obstacle_x &lt;= x2: lane = left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x2 &lt;= obstacle_x &lt;= x3: lane = right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5074920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EAF7E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221224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A"/>
                </a:solidFill>
              </a:rPr>
              <a:t>The obstacle does not need its own line equation. It is classified using the already estimated lane geometry.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4AA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2A"/>
                </a:solidFill>
              </a:rPr>
              <a:t>ROS 2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018520" cy="0"/>
          </a:xfrm>
          <a:prstGeom prst="line">
            <a:avLst/>
          </a:prstGeom>
          <a:noFill/>
          <a:ln w="12700">
            <a:solidFill>
              <a:srgbClr val="D7DA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7DA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72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64AA"/>
                </a:solidFill>
              </a:rPr>
              <a:t>Node graph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" y="1801368"/>
            <a:ext cx="4983480" cy="3703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/rm0/camera/image_color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lane_perception_node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publishes /lane_geometry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/rm0/camera/image_color + /lane_geometry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obstacle_perception_node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publishes /obstacle_detection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/lane_geometry + /obstacle_detection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lane_controller_node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20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publishes /rm0/cmd_vel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20840" y="150876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600" dirty="0">
                <a:solidFill>
                  <a:srgbClr val="18202A"/>
                </a:solidFill>
              </a:rPr>
              <a:t>Perception nodes are independent from the control loop.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The controller runs at a fixed rate and uses the latest valid geometry.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If an obstacle is close and in the current lane, the controller targets the other lane.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This keeps the behavior explainable and testable topic-by-topic.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0" y="516636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9C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53721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B8494"/>
                </a:solidFill>
              </a:rPr>
              <a:t>Insert ROS graph / terminal topics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4AA"/>
                </a:solidFill>
              </a:rPr>
              <a:t>EXPLAINABILITY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2A"/>
                </a:solidFill>
              </a:rPr>
              <a:t>Debug Visualization And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018520" cy="0"/>
          </a:xfrm>
          <a:prstGeom prst="line">
            <a:avLst/>
          </a:prstGeom>
          <a:noFill/>
          <a:ln w="12700">
            <a:solidFill>
              <a:srgbClr val="D7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48640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600" dirty="0">
                <a:solidFill>
                  <a:srgbClr val="18202A"/>
                </a:solidFill>
              </a:rPr>
              <a:t>lane_debug/image: Hough lines, selected boundaries, vanishing point, lane centers, lateral error, and heading angle.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obstacle_debug/image: obstacle bbox, color, lane assignment, close flag, center point, and bbox coordinates.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top-down camera: observer-only view for validation and demo video; it is not used by the robot perception pipeline.</a:t>
            </a:r>
            <a:endParaRPr lang="en-US" sz="1600" dirty="0"/>
          </a:p>
          <a:p>
            <a:r>
              <a:rPr lang="en-US" sz="1600" dirty="0">
                <a:solidFill>
                  <a:srgbClr val="18202A"/>
                </a:solidFill>
              </a:rPr>
              <a:t>Outcome: stable two-lane detection and a clear explanation of each robot decision.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9C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8973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B8494"/>
                </a:solidFill>
              </a:rPr>
              <a:t>Insert lane debug screenshot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297180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9C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35433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B8494"/>
                </a:solidFill>
              </a:rPr>
              <a:t>Insert obstacle debug screenshot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461772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9C0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50063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B8494"/>
                </a:solidFill>
              </a:rPr>
              <a:t>Insert top-down demo screenshot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USI Robotics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Lane Selection</dc:title>
  <dc:subject>Safe Lane Selection</dc:subject>
  <dc:creator>Samuele Moranzoni, Ferdinando Giordano</dc:creator>
  <cp:lastModifiedBy>Samuele Moranzoni, Ferdinando Giordano</cp:lastModifiedBy>
  <cp:revision>1</cp:revision>
  <dcterms:created xsi:type="dcterms:W3CDTF">2026-06-01T12:12:14Z</dcterms:created>
  <dcterms:modified xsi:type="dcterms:W3CDTF">2026-06-01T12:12:14Z</dcterms:modified>
</cp:coreProperties>
</file>